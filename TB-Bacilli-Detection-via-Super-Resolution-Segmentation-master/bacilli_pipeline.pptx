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Bacilli Detection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74904" y="923544"/>
            <a:ext cx="1993392" cy="43891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1993392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68680"/>
            <a:ext cx="199339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Image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181051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× 100 px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Microscopy Image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50008" y="3054096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926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923544"/>
            <a:ext cx="1993392" cy="43891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868680"/>
            <a:ext cx="1993392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2032" y="868680"/>
            <a:ext cx="1993392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896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1143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SwinIR Super-Resolution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633472" y="1527048"/>
            <a:ext cx="181051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SwinIR Transformer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Factor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× 400 px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51376" y="685800"/>
            <a:ext cx="365760" cy="365760"/>
          </a:xfrm>
          <a:prstGeom prst="ellipse">
            <a:avLst/>
          </a:prstGeom>
          <a:solidFill>
            <a:srgbClr val="F9731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694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0" y="3054096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926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18888" y="923544"/>
            <a:ext cx="1993392" cy="43891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64024" y="868680"/>
            <a:ext cx="1993392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64024" y="868680"/>
            <a:ext cx="19933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896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64024" y="1143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SegFormer-B5 Segmentation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55464" y="1527048"/>
            <a:ext cx="181051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SegFormer-B5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× 1400 px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73368" y="685800"/>
            <a:ext cx="365760" cy="365760"/>
          </a:xfrm>
          <a:prstGeom prst="ellipse">
            <a:avLst/>
          </a:prstGeom>
          <a:solidFill>
            <a:srgbClr val="22C5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694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93992" y="3054096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2926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040880" y="923544"/>
            <a:ext cx="1993392" cy="43891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86016" y="868680"/>
            <a:ext cx="1993392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86016" y="868680"/>
            <a:ext cx="1993392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6016" y="896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86016" y="1143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Analysis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77456" y="1527048"/>
            <a:ext cx="181051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015984" y="3054096"/>
            <a:ext cx="15544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53144" y="2926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262872" y="923544"/>
            <a:ext cx="1993392" cy="438912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08008" y="868680"/>
            <a:ext cx="1993392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08008" y="868680"/>
            <a:ext cx="199339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08008" y="8961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08008" y="1143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Bacilli Count + Boxes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299448" y="1527048"/>
            <a:ext cx="1810512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Count</a:t>
            </a:r>
            <a:endParaRPr lang="en-US" sz="9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Bacilli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817352" y="685800"/>
            <a:ext cx="365760" cy="36576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817352" y="694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02920" y="5669280"/>
            <a:ext cx="105156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02920" y="5394960"/>
            <a:ext cx="0" cy="29260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1018520" y="5394960"/>
            <a:ext cx="0" cy="292608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114800" y="5696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Loop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Pipeline  •  SwinIR + SegFormer-B5  •  Automated Microscopy Analysis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2026-03-19T10:16:05Z</dcterms:created>
  <dcterms:modified xsi:type="dcterms:W3CDTF">2026-03-19T10:16:05Z</dcterms:modified>
</cp:coreProperties>
</file>